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83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Mission Lookup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1005840" cy="320040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v4.0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for managing store-mission assignments.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field operations teams.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548640"/>
            <a:ext cx="18288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D92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32320" y="685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Rows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</a:rPr>
              <a:t>handles large datasets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2057400"/>
            <a:ext cx="18288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D92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</a:rPr>
              <a:t>latest release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3566160"/>
            <a:ext cx="18288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D92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13232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Ready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</a:rPr>
              <a:t>shared database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store-mission visibility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514600"/>
            <a:ext cx="2560320" cy="1645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When a store closes, there's no quick way to see which missions it belongs to.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097280"/>
            <a:ext cx="256032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371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mission checking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00400" y="2514600"/>
            <a:ext cx="2560320" cy="1645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Teams had to open each mission individually and check if the closed store was listed.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097280"/>
            <a:ext cx="256032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371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504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&amp; error-prone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035040" y="2514600"/>
            <a:ext cx="2560320" cy="1645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</a:rPr>
              <a:t>With hundreds of missions, manual checks took hours and often missed assignments.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</a:rPr>
              <a:t>Store Mission Lookup centralises all store-mission data in one searchable database.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920240" cy="502920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192024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92024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Upload CSV or Excel file with store, mission, and link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13432" y="2651760"/>
            <a:ext cx="146304" cy="36576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87168" y="1554480"/>
            <a:ext cx="1920240" cy="502920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87168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87168" y="2057400"/>
            <a:ext cx="192024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87168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87168" y="2651760"/>
            <a:ext cx="192024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Type a store name — see all missions instantly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2651760"/>
            <a:ext cx="146304" cy="36576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08576" y="1554480"/>
            <a:ext cx="1920240" cy="502920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08576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08576" y="2057400"/>
            <a:ext cx="192024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08576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08576" y="2651760"/>
            <a:ext cx="192024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Delete closed stores from all missions at once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56248" y="2651760"/>
            <a:ext cx="146304" cy="36576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29984" y="1554480"/>
            <a:ext cx="1920240" cy="502920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9984" y="1554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29984" y="2057400"/>
            <a:ext cx="192024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29984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9984" y="2651760"/>
            <a:ext cx="192024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Team shares one database via OneDrive or SharePoint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06040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173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CSV &amp; Excel Import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Supports .csv, .xlsx, .xls with 3-stage validation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172968" y="1097280"/>
            <a:ext cx="2606040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4173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67328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Fuzzy Search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10128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Finds stores even with typos or partial names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80176" y="1097280"/>
            <a:ext cx="2606040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4173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74536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Bulk Delete + Undo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17336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Delete any number of stores. 30s undo window.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65760" y="2926080"/>
            <a:ext cx="2606040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461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Team Shared Database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0292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OneDrive / SharePoint / Google Drive support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172968" y="2926080"/>
            <a:ext cx="2606040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4612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67328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Activity History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310128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Full audit trail — imports, deletes, undos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980176" y="2926080"/>
            <a:ext cx="2606040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324612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74536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DB Import / VACUUM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117336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Import from another machine. DB shrinks on delete.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2386584" cy="25603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Import &amp; Validation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File Types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74720" cy="566928"/>
          </a:xfrm>
          <a:prstGeom prst="rect">
            <a:avLst/>
          </a:prstGeom>
          <a:solidFill>
            <a:srgbClr val="1A2E1A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F060"/>
                </a:solidFill>
              </a:rPr>
              <a:t>.csv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192024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Standard comma-separated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474720" cy="566928"/>
          </a:xfrm>
          <a:prstGeom prst="rect">
            <a:avLst/>
          </a:prstGeom>
          <a:solidFill>
            <a:srgbClr val="1A2E1A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F060"/>
                </a:solidFill>
              </a:rPr>
              <a:t>.xlsx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65176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Excel 2007+ (openpyxl)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474720" cy="566928"/>
          </a:xfrm>
          <a:prstGeom prst="rect">
            <a:avLst/>
          </a:prstGeom>
          <a:solidFill>
            <a:srgbClr val="1A2E1A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F060"/>
                </a:solidFill>
              </a:rPr>
              <a:t>.xls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338328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Excel 97-2003 (xlrd)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474720" cy="566928"/>
          </a:xfrm>
          <a:prstGeom prst="rect">
            <a:avLst/>
          </a:prstGeom>
          <a:solidFill>
            <a:srgbClr val="2E1010"/>
          </a:solidFill>
          <a:ln w="12700">
            <a:solidFill>
              <a:srgbClr val="D63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280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63030"/>
                </a:solidFill>
              </a:rPr>
              <a:t>Other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114800"/>
            <a:ext cx="19202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Rejected with clear error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1234440"/>
            <a:ext cx="429768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80560" y="1325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Validation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874520"/>
            <a:ext cx="347472" cy="34747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6344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File type check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Unsupported formats blocked before opening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788920"/>
            <a:ext cx="347472" cy="34747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6344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Column detection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108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Auto-detects headers; manual mapping fallback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703320"/>
            <a:ext cx="347472" cy="34747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6344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Missing data scan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Every row checked — blank cells block import entirely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2386584" cy="25603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Fuzzy Matching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52728"/>
            <a:ext cx="8138160" cy="4663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99999"/>
                </a:solidFill>
              </a:rPr>
              <a:t>🔍  Search store name or address…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You type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Standard search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Fuzzy search finds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hannford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63030"/>
                          </a:solidFill>
                        </a:rPr>
                        <a:t>❌  No results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9248"/>
                          </a:solidFill>
                        </a:rPr>
                        <a:t>✅  Hannaford #8327 — 777 Rogers 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maret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63030"/>
                          </a:solidFill>
                        </a:rPr>
                        <a:t>❌  No results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9248"/>
                          </a:solidFill>
                        </a:rPr>
                        <a:t>✅  Market Basket #77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stpshop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63030"/>
                          </a:solidFill>
                        </a:rPr>
                        <a:t>❌  No results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9248"/>
                          </a:solidFill>
                        </a:rPr>
                        <a:t>✅  Stop &amp; Shop #112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AF7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4133088"/>
            <a:ext cx="804672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6B33"/>
                </a:solidFill>
              </a:rPr>
              <a:t>Tip: Tick the Fuzzy checkbox in the toolbar to enable approximate matching. Results show (fuzzy) in the count.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2386584" cy="25603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Stores &amp; Undo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06040" cy="34747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 1: Single Store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60604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Click store → 🗑 Delete Store → Confirm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0604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06040" cy="34747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0" y="1234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 2: Multi-Select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627632"/>
            <a:ext cx="260604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Ctrl+Click / Shift+Click → Delete Selected (N)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0604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A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347472"/>
          </a:xfrm>
          <a:prstGeom prst="rect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35040" y="1234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 3: Bulk by Mission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627632"/>
            <a:ext cx="260604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</a:rPr>
              <a:t>Filter mission → Select All → Delete Selected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8412480" cy="73152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2953512"/>
            <a:ext cx="8412480" cy="1234440"/>
          </a:xfrm>
          <a:prstGeom prst="rect">
            <a:avLst/>
          </a:prstGeom>
          <a:solidFill>
            <a:srgbClr val="1A2E0A"/>
          </a:solidFill>
          <a:ln w="12700">
            <a:solidFill>
              <a:srgbClr val="2D92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063240"/>
            <a:ext cx="81381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8F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🗑  12 stores deleted  (48 rows)                                                     ↩  Undo          27s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547872"/>
            <a:ext cx="8138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30-second countdown — click Undo before it expires to restore everything exactly as it was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4315968"/>
            <a:ext cx="8229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99999"/>
                </a:solidFill>
              </a:rPr>
              <a:t>💾  After every delete the app automatically runs VACUUM — the database file shrinks on disk.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911096" cy="25603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TEAM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Database &amp; Team Tools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423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C:\Users\Name\OneDrive\StoreMissionLookup\data.db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0604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0" y="12984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719072"/>
            <a:ext cx="2423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C:\Users\Name\CompanyName\StoreMissionLookup\data.db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06040" cy="13716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0" y="12984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719072"/>
            <a:ext cx="2423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G:\My Drive\StoreMissionLookup\data.db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90672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120" y="2907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Who's Online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Green bar shows who has the app open in real time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834640"/>
            <a:ext cx="411480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9067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2907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Change Notifications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30352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Yellow alert when a teammate imports or deletes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3886200"/>
            <a:ext cx="411480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4223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39593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Import Lock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60120" y="4343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Prevents two people writing simultaneously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709160" y="3886200"/>
            <a:ext cx="4114800" cy="8686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14223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0" y="39593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</a:rPr>
              <a:t>Auto-Refresh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303520" y="4343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Background refresh every 10–45 minutes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2386584" cy="25603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History &amp; DB Import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212080" cy="3566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5029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F060"/>
                </a:solidFill>
              </a:rPr>
              <a:t>📋  Activity History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417320" cy="457200"/>
          </a:xfrm>
          <a:prstGeom prst="rect">
            <a:avLst/>
          </a:prstGeom>
          <a:solidFill>
            <a:srgbClr val="2D92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8056" y="164592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Date &amp; Time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600200"/>
            <a:ext cx="777240" cy="457200"/>
          </a:xfrm>
          <a:prstGeom prst="rect">
            <a:avLst/>
          </a:prstGeom>
          <a:solidFill>
            <a:srgbClr val="2D92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65376" y="164592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600200"/>
            <a:ext cx="1417320" cy="457200"/>
          </a:xfrm>
          <a:prstGeom prst="rect">
            <a:avLst/>
          </a:prstGeom>
          <a:solidFill>
            <a:srgbClr val="2D92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42616" y="164592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Detail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1600200"/>
            <a:ext cx="777240" cy="457200"/>
          </a:xfrm>
          <a:prstGeom prst="rect">
            <a:avLst/>
          </a:prstGeom>
          <a:solidFill>
            <a:srgbClr val="2D92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59936" y="164592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1600200"/>
            <a:ext cx="640080" cy="457200"/>
          </a:xfrm>
          <a:prstGeom prst="rect">
            <a:avLst/>
          </a:prstGeom>
          <a:solidFill>
            <a:srgbClr val="2D92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37176" y="1645920"/>
            <a:ext cx="566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103120"/>
            <a:ext cx="14173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48056" y="214884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2026-05-26 09:12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2103120"/>
            <a:ext cx="777240" cy="457200"/>
          </a:xfrm>
          <a:prstGeom prst="rect">
            <a:avLst/>
          </a:prstGeom>
          <a:solidFill>
            <a:srgbClr val="1A2E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865376" y="214884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060"/>
                </a:solidFill>
              </a:rPr>
              <a:t>⬆ Import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2103120"/>
            <a:ext cx="14173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642616" y="214884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Store_Import.xlsx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0" y="2103120"/>
            <a:ext cx="77724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059936" y="214884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Jignesh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103120"/>
            <a:ext cx="64008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37176" y="2148840"/>
            <a:ext cx="566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11,663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606040"/>
            <a:ext cx="14173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48056" y="265176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2026-05-26 10:45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0" y="2606040"/>
            <a:ext cx="777240" cy="457200"/>
          </a:xfrm>
          <a:prstGeom prst="rect">
            <a:avLst/>
          </a:prstGeom>
          <a:solidFill>
            <a:srgbClr val="2E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865376" y="265176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080"/>
                </a:solidFill>
              </a:rPr>
              <a:t>🗑 Delete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06040" y="2606040"/>
            <a:ext cx="14173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642616" y="265176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Hannaford #8327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2606040"/>
            <a:ext cx="7772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059936" y="265176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Jignesh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2606040"/>
            <a:ext cx="6400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37176" y="2651760"/>
            <a:ext cx="566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3108960"/>
            <a:ext cx="14173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48056" y="315468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2026-05-26 10:45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0" y="3108960"/>
            <a:ext cx="7772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865376" y="315468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C0FF"/>
                </a:solidFill>
              </a:rPr>
              <a:t>↩ Undo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6040" y="3108960"/>
            <a:ext cx="14173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2616" y="315468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Hannaford #8327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23360" y="3108960"/>
            <a:ext cx="77724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059936" y="315468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Jignesh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3108960"/>
            <a:ext cx="64008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37176" y="3154680"/>
            <a:ext cx="566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611880"/>
            <a:ext cx="14173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48056" y="365760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2026-05-25 14:20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828800" y="3611880"/>
            <a:ext cx="777240" cy="457200"/>
          </a:xfrm>
          <a:prstGeom prst="rect">
            <a:avLst/>
          </a:prstGeom>
          <a:solidFill>
            <a:srgbClr val="2E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865376" y="365760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080"/>
                </a:solidFill>
              </a:rPr>
              <a:t>🗑 Delete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06040" y="3611880"/>
            <a:ext cx="14173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642616" y="3657600"/>
            <a:ext cx="1344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42 stores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023360" y="3611880"/>
            <a:ext cx="77724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059936" y="3657600"/>
            <a:ext cx="7040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Sadik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3611880"/>
            <a:ext cx="6400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37176" y="3657600"/>
            <a:ext cx="5669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</a:rPr>
              <a:t>168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148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Click any column header to sort  •  Drag borders to resize  •  Esc to close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60720" y="1188720"/>
            <a:ext cx="3017520" cy="3566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371600"/>
            <a:ext cx="502920" cy="502920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5760720" y="19659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DB File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5897880" y="2487168"/>
            <a:ext cx="2743200" cy="822960"/>
          </a:xfrm>
          <a:prstGeom prst="rect">
            <a:avLst/>
          </a:prstGeom>
          <a:solidFill>
            <a:srgbClr val="1A2E1A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5943600" y="2532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F060"/>
                </a:solidFill>
              </a:rPr>
              <a:t>Merge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5943600" y="2807208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Adds rows, skips duplicates. Safe — existing data untouched.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897880" y="3493008"/>
            <a:ext cx="2743200" cy="822960"/>
          </a:xfrm>
          <a:prstGeom prst="rect">
            <a:avLst/>
          </a:prstGeom>
          <a:solidFill>
            <a:srgbClr val="2E1A1A"/>
          </a:solidFill>
          <a:ln w="12700">
            <a:solidFill>
              <a:srgbClr val="D63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5943600" y="3538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080"/>
                </a:solidFill>
              </a:rPr>
              <a:t>Replace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5943600" y="3813048"/>
            <a:ext cx="2651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Overwrites entire database with imported file.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2148840" cy="25603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QUICK 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4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234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664208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38912" y="1755648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38912" y="17556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F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27632" y="1755648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Focus search box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322576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38912" y="2414016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38912" y="2414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27632" y="2414016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Refresh — clears search &amp; filter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980944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38912" y="3072384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38912" y="30723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627632" y="3072384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Clear search / close popup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00400" y="1234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Actions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00400" y="1664208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273552" y="1755648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273552" y="17556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62272" y="1755648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Open Import dialog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0" y="2322576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273552" y="2414016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273552" y="2414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462272" y="2414016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Export filtered data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00400" y="2980944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3273552" y="3072384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273552" y="30723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462272" y="3072384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Delete selected stores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0" y="3639312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3273552" y="3730752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73552" y="3730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Z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462272" y="3730752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Undo last delete (30s)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035040" y="12344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035040" y="1664208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6108192" y="1755648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6108192" y="17556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H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296912" y="1755648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Open History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035040" y="2322576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6108192" y="2414016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6108192" y="2414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296912" y="2414016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Open Settings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035040" y="2980944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6108192" y="3072384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6108192" y="30723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`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296912" y="3072384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Cycle open windows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035040" y="3639312"/>
            <a:ext cx="260604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6108192" y="3730752"/>
            <a:ext cx="1097280" cy="365760"/>
          </a:xfrm>
          <a:prstGeom prst="rect">
            <a:avLst/>
          </a:prstGeom>
          <a:solidFill>
            <a:srgbClr val="E8F4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6108192" y="37307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296912" y="3730752"/>
            <a:ext cx="126187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</a:rPr>
              <a:t>Open Shortcuts window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197864" cy="25603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0" cy="658368"/>
          </a:xfrm>
          <a:prstGeom prst="rect">
            <a:avLst/>
          </a:prstGeom>
          <a:solidFill>
            <a:srgbClr val="1B6B33"/>
          </a:solidFill>
          <a:ln w="12700">
            <a:solidFill>
              <a:srgbClr val="1B6B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271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56362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CSV import, local SQLite, search, export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914400" cy="658368"/>
          </a:xfrm>
          <a:prstGeom prst="rect">
            <a:avLst/>
          </a:prstGeom>
          <a:solidFill>
            <a:srgbClr val="1B6B33"/>
          </a:solidFill>
          <a:ln w="12700">
            <a:solidFill>
              <a:srgbClr val="1B6B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99339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Ready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3225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Shared DB, multi-select delete, history, Settings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52344"/>
            <a:ext cx="84124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752344"/>
            <a:ext cx="914400" cy="658368"/>
          </a:xfrm>
          <a:prstGeom prst="rect">
            <a:avLst/>
          </a:prstGeom>
          <a:solidFill>
            <a:srgbClr val="1B6B33"/>
          </a:solidFill>
          <a:ln w="12700">
            <a:solidFill>
              <a:srgbClr val="1B6B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275234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Stability Fix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0815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Bulk delete chunking (&gt;999 stores), path validation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11296"/>
            <a:ext cx="84124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511296"/>
            <a:ext cx="914400" cy="658368"/>
          </a:xfrm>
          <a:prstGeom prst="rect">
            <a:avLst/>
          </a:prstGeom>
          <a:solidFill>
            <a:srgbClr val="1B6B33"/>
          </a:solidFill>
          <a:ln w="12700">
            <a:solidFill>
              <a:srgbClr val="1B6B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351129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Collaboration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8404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Undo, who's online, notifications, import lock, shortcuts, auto-refresh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70248"/>
            <a:ext cx="8412480" cy="658368"/>
          </a:xfrm>
          <a:prstGeom prst="rect">
            <a:avLst/>
          </a:prstGeom>
          <a:solidFill>
            <a:srgbClr val="1A2E0A"/>
          </a:solidFill>
          <a:ln w="12700">
            <a:solidFill>
              <a:srgbClr val="2D92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4270248"/>
            <a:ext cx="914400" cy="658368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42702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306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F060"/>
                </a:solidFill>
              </a:rPr>
              <a:t>Current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45994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</a:rPr>
              <a:t>Excel, 3-stage validation, fuzzy search, VACUUM, Import DB, resizable history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64592"/>
            <a:ext cx="1673352" cy="256032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 STARTED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3832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548640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 the .exe  (Recommended)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248"/>
                </a:solidFill>
              </a:rPr>
              <a:t>1.  </a:t>
            </a:r>
            <a:r>
              <a:rPr lang="en-US" sz="1200" dirty="0">
                <a:solidFill>
                  <a:srgbClr val="111111"/>
                </a:solidFill>
              </a:rPr>
              <a:t>Place app_v4.py and build_v4.bat in same folder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248"/>
                </a:solidFill>
              </a:rPr>
              <a:t>2.  </a:t>
            </a:r>
            <a:r>
              <a:rPr lang="en-US" sz="1200" dirty="0">
                <a:solidFill>
                  <a:srgbClr val="111111"/>
                </a:solidFill>
              </a:rPr>
              <a:t>Double-click build_v4.bat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248"/>
                </a:solidFill>
              </a:rPr>
              <a:t>3.  </a:t>
            </a:r>
            <a:r>
              <a:rPr lang="en-US" sz="1200" dirty="0">
                <a:solidFill>
                  <a:srgbClr val="111111"/>
                </a:solidFill>
              </a:rPr>
              <a:t>Find exe at  dist\StoreMissionLookup_v4.exe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248"/>
                </a:solidFill>
              </a:rPr>
              <a:t>4.  </a:t>
            </a:r>
            <a:r>
              <a:rPr lang="en-US" sz="1200" dirty="0">
                <a:solidFill>
                  <a:srgbClr val="111111"/>
                </a:solidFill>
              </a:rPr>
              <a:t>Move anywhere — works from any location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114800" cy="33832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4114800" cy="548640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09160" y="1234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with Python  (Quick start)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248"/>
                </a:solidFill>
              </a:rPr>
              <a:t>1.  </a:t>
            </a:r>
            <a:r>
              <a:rPr lang="en-US" sz="1200" dirty="0">
                <a:solidFill>
                  <a:srgbClr val="111111"/>
                </a:solidFill>
              </a:rPr>
              <a:t>pip install customtkinter openpyxl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248"/>
                </a:solidFill>
              </a:rPr>
              <a:t>2.  </a:t>
            </a:r>
            <a:r>
              <a:rPr lang="en-US" sz="1200" dirty="0">
                <a:solidFill>
                  <a:srgbClr val="111111"/>
                </a:solidFill>
              </a:rPr>
              <a:t>cd  C:\path\to\StoreMissionApp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063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248"/>
                </a:solidFill>
              </a:rPr>
              <a:t>3.  </a:t>
            </a:r>
            <a:r>
              <a:rPr lang="en-US" sz="1200" dirty="0">
                <a:solidFill>
                  <a:srgbClr val="111111"/>
                </a:solidFill>
              </a:rPr>
              <a:t>python  app_v4.py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657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248"/>
                </a:solidFill>
              </a:rPr>
              <a:t>4.  </a:t>
            </a:r>
            <a:r>
              <a:rPr lang="en-US" sz="1200" dirty="0">
                <a:solidFill>
                  <a:srgbClr val="111111"/>
                </a:solidFill>
              </a:rPr>
              <a:t>Keep Command Prompt open while using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EAF7EE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727448"/>
            <a:ext cx="8229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6B33"/>
                </a:solidFill>
              </a:rPr>
              <a:t>📁  Data stored at:  %APPDATA%\StoreMissionLookup\data.db  — survives moving or deleting the .exe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9248"/>
          </a:solidFill>
          <a:ln w="12700">
            <a:solidFill>
              <a:srgbClr val="2D92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8F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Mission Lookup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9999"/>
                </a:solidFill>
              </a:rPr>
              <a:t>v4.0  —  Built for field operations teams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060"/>
                </a:solidFill>
              </a:rPr>
              <a:t>✓  </a:t>
            </a:r>
            <a:r>
              <a:rPr lang="en-US" sz="1300" dirty="0">
                <a:solidFill>
                  <a:srgbClr val="999999"/>
                </a:solidFill>
              </a:rPr>
              <a:t>Handles 100K+ stores across unlimited missions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060"/>
                </a:solidFill>
              </a:rPr>
              <a:t>✓  </a:t>
            </a:r>
            <a:r>
              <a:rPr lang="en-US" sz="1300" dirty="0">
                <a:solidFill>
                  <a:srgbClr val="999999"/>
                </a:solidFill>
              </a:rPr>
              <a:t>3-stage validation prevents bad data from entering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856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060"/>
                </a:solidFill>
              </a:rPr>
              <a:t>✓  </a:t>
            </a:r>
            <a:r>
              <a:rPr lang="en-US" sz="1300" dirty="0">
                <a:solidFill>
                  <a:srgbClr val="999999"/>
                </a:solidFill>
              </a:rPr>
              <a:t>Team collaboration with live notifications and import lock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696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060"/>
                </a:solidFill>
              </a:rPr>
              <a:t>✓  </a:t>
            </a:r>
            <a:r>
              <a:rPr lang="en-US" sz="1300" dirty="0">
                <a:solidFill>
                  <a:srgbClr val="999999"/>
                </a:solidFill>
              </a:rPr>
              <a:t>Full audit trail — every action logged and sortable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954</Words>
  <Application>Microsoft Office PowerPoint</Application>
  <PresentationFormat>On-screen Show (16:9)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 Mission Lookup v4.0</dc:title>
  <dc:subject>PptxGenJS Presentation</dc:subject>
  <dc:creator>Jignesh Parmar</dc:creator>
  <cp:lastModifiedBy>Jignesh Parmar</cp:lastModifiedBy>
  <cp:revision>3</cp:revision>
  <dcterms:created xsi:type="dcterms:W3CDTF">2026-05-26T17:02:07Z</dcterms:created>
  <dcterms:modified xsi:type="dcterms:W3CDTF">2026-05-26T17:17:51Z</dcterms:modified>
</cp:coreProperties>
</file>